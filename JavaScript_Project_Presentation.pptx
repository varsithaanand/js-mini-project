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ia+b35Xvm8mn0+h40QcicQj2T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9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75" spcFirstLastPara="1" rIns="91475" wrap="square" tIns="4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9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75" spcFirstLastPara="1" rIns="9147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7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7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17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8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8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0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8" name="Google Shape;68;p23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5" name="Google Shape;75;p24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24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26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5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omdbapi.com/" TargetMode="External"/><Relationship Id="rId4" Type="http://schemas.openxmlformats.org/officeDocument/2006/relationships/hyperlink" Target="https://developer.mozilla.org/en-US/docs/Web/API/Fetch_API/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www.chatgpt.com/" TargetMode="External"/><Relationship Id="rId7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varsithaanand/js-mini-project.g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/>
          <p:nvPr/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8" name="Google Shape;98;p1"/>
          <p:cNvSpPr txBox="1"/>
          <p:nvPr>
            <p:ph type="title"/>
          </p:nvPr>
        </p:nvSpPr>
        <p:spPr>
          <a:xfrm>
            <a:off x="80184" y="-607651"/>
            <a:ext cx="4786760" cy="7864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wentieth Century"/>
              <a:buNone/>
            </a:pPr>
            <a:r>
              <a:rPr b="1" lang="en-US" sz="4000">
                <a:solidFill>
                  <a:srgbClr val="FFFFFF"/>
                </a:solidFill>
              </a:rPr>
              <a:t>JAVASCRIPT PROJECT PRESENTATION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99" name="Google Shape;99;p1"/>
          <p:cNvSpPr txBox="1"/>
          <p:nvPr>
            <p:ph idx="1" type="body"/>
          </p:nvPr>
        </p:nvSpPr>
        <p:spPr>
          <a:xfrm>
            <a:off x="3963686" y="1688861"/>
            <a:ext cx="7973290" cy="4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Project Title</a:t>
            </a:r>
            <a:r>
              <a:rPr lang="en-US" sz="2400"/>
              <a:t>: Movie Search App (API Integration)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 </a:t>
            </a:r>
            <a:r>
              <a:rPr b="1" lang="en-US" sz="2400"/>
              <a:t>Course</a:t>
            </a:r>
            <a:r>
              <a:rPr lang="en-US" sz="2400"/>
              <a:t>: JavaScript Project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 </a:t>
            </a:r>
            <a:r>
              <a:rPr b="1" lang="en-US" sz="2400"/>
              <a:t>Student</a:t>
            </a:r>
            <a:r>
              <a:rPr lang="en-US" sz="2400"/>
              <a:t> </a:t>
            </a:r>
            <a:r>
              <a:rPr b="1" lang="en-US" sz="2400"/>
              <a:t>Name &amp; Roll No</a:t>
            </a:r>
            <a:r>
              <a:rPr lang="en-US" sz="2400"/>
              <a:t>: Varsitha.A-24bct059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                                  Vetrivel.K.P-24bct060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                                  Vigneshkumar.R-24bct061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                                  Vinisha.S-24bct062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                                  </a:t>
            </a:r>
            <a:r>
              <a:rPr lang="en-US" sz="2400"/>
              <a:t>Yoga Sanjay</a:t>
            </a:r>
            <a:r>
              <a:rPr lang="en-US" sz="2400"/>
              <a:t>.S-24bct063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                                  Sri sanjeev kumar.B -24bct064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 </a:t>
            </a:r>
            <a:r>
              <a:rPr b="1" lang="en-US" sz="2400"/>
              <a:t>Department</a:t>
            </a:r>
            <a:r>
              <a:rPr lang="en-US" sz="2400"/>
              <a:t>: Computer Technology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 </a:t>
            </a:r>
            <a:r>
              <a:rPr b="1" lang="en-US" sz="2400"/>
              <a:t>Mentor</a:t>
            </a:r>
            <a:r>
              <a:rPr lang="en-US" sz="2400"/>
              <a:t> :Mr.Dilipan Sir[Technical Trainer]</a:t>
            </a:r>
            <a:endParaRPr sz="2400"/>
          </a:p>
        </p:txBody>
      </p:sp>
      <p:pic>
        <p:nvPicPr>
          <p:cNvPr descr="A blue and red logo  AI-generated content may be incorrect.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9938" y="0"/>
            <a:ext cx="6743910" cy="1685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7" name="Google Shape;107;p2"/>
          <p:cNvSpPr txBox="1"/>
          <p:nvPr>
            <p:ph type="title"/>
          </p:nvPr>
        </p:nvSpPr>
        <p:spPr>
          <a:xfrm>
            <a:off x="1024128" y="4911819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INTRODUCTION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0" y="0"/>
            <a:ext cx="12052200" cy="47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/>
              <a:t>The Movie Search App is a web application that allows users to search for movies and view their details such as title, year, genre, poster, and IMDb rating.</a:t>
            </a:r>
            <a:endParaRPr b="0"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2400"/>
              <a:t>This project was chosen because it demonstrates real-time API integration and JavaScript-based DOM manipulation in a simple, user-friendly interface.</a:t>
            </a:r>
            <a:endParaRPr b="0"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2400"/>
              <a:t>It highlights the power of JavaScript in creating dynamic, interactive web experiences.</a:t>
            </a:r>
            <a:endParaRPr b="0"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Technologies Used: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</a:t>
            </a:r>
            <a:r>
              <a:rPr b="0" lang="en-US" sz="2400"/>
              <a:t>HTML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</a:t>
            </a:r>
            <a:r>
              <a:rPr b="0" lang="en-US" sz="2400"/>
              <a:t>CSS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</a:t>
            </a:r>
            <a:r>
              <a:rPr b="0" lang="en-US" sz="2400"/>
              <a:t>JavaScript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     </a:t>
            </a:r>
            <a:r>
              <a:rPr b="0" lang="en-US" sz="2400"/>
              <a:t>OMDb API</a:t>
            </a:r>
            <a:endParaRPr b="0" sz="2400"/>
          </a:p>
        </p:txBody>
      </p:sp>
      <p:cxnSp>
        <p:nvCxnSpPr>
          <p:cNvPr id="109" name="Google Shape;109;p2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1024128" y="4911819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OBJECTIVES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335505" y="116960"/>
            <a:ext cx="10484099" cy="4493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Build an interactive web app using JavaScript and Fetch API</a:t>
            </a:r>
            <a:endParaRPr sz="2400"/>
          </a:p>
          <a:p>
            <a:pPr indent="-3048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wentieth Century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Learn and apply Async/Await concepts</a:t>
            </a:r>
            <a:endParaRPr sz="2400"/>
          </a:p>
          <a:p>
            <a:pPr indent="-3048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wentieth Century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Understand JSON data handling</a:t>
            </a:r>
            <a:endParaRPr sz="2400"/>
          </a:p>
          <a:p>
            <a:pPr indent="-3048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wentieth Century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Use DOM manipulation to display movie results dynamically</a:t>
            </a:r>
            <a:endParaRPr sz="2400"/>
          </a:p>
          <a:p>
            <a:pPr indent="-3048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wentieth Century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Practice error handling with try...catch blocks</a:t>
            </a:r>
            <a:endParaRPr sz="2400"/>
          </a:p>
        </p:txBody>
      </p:sp>
      <p:cxnSp>
        <p:nvCxnSpPr>
          <p:cNvPr id="119" name="Google Shape;119;p3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7" name="Google Shape;127;p4"/>
          <p:cNvSpPr txBox="1"/>
          <p:nvPr>
            <p:ph type="title"/>
          </p:nvPr>
        </p:nvSpPr>
        <p:spPr>
          <a:xfrm>
            <a:off x="761999" y="4804095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PROBLEM STATEMENT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429678" y="701467"/>
            <a:ext cx="105321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Users often visit multiple sites to find movie information.</a:t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Existing platforms are either too complex or filled with advertisements.</a:t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Our project provides a simple and elegant web interface to search movies instantly using real-time API integration.</a:t>
            </a:r>
            <a:endParaRPr sz="2400"/>
          </a:p>
        </p:txBody>
      </p:sp>
      <p:cxnSp>
        <p:nvCxnSpPr>
          <p:cNvPr id="129" name="Google Shape;129;p4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7" name="Google Shape;137;p5"/>
          <p:cNvSpPr txBox="1"/>
          <p:nvPr>
            <p:ph type="title"/>
          </p:nvPr>
        </p:nvSpPr>
        <p:spPr>
          <a:xfrm>
            <a:off x="1024128" y="4911819"/>
            <a:ext cx="6229301" cy="168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TOOLS &amp; TECHNOLOGIES USED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38" name="Google Shape;138;p5"/>
          <p:cNvSpPr txBox="1"/>
          <p:nvPr>
            <p:ph idx="1" type="body"/>
          </p:nvPr>
        </p:nvSpPr>
        <p:spPr>
          <a:xfrm>
            <a:off x="762003" y="-3"/>
            <a:ext cx="10768500" cy="44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 sz="2400"/>
              <a:t>Language</a:t>
            </a:r>
            <a:r>
              <a:rPr lang="en-US" sz="2400"/>
              <a:t>: JavaScript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 sz="2400"/>
              <a:t>Markup &amp; Styling: </a:t>
            </a:r>
            <a:r>
              <a:rPr lang="en-US" sz="2400"/>
              <a:t>HTML, CSS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 sz="2400"/>
              <a:t>API</a:t>
            </a:r>
            <a:r>
              <a:rPr lang="en-US" sz="2400"/>
              <a:t>: OMDb (Open Movie Database)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 sz="2400"/>
              <a:t>Editor:</a:t>
            </a:r>
            <a:r>
              <a:rPr lang="en-US" sz="2400"/>
              <a:t> Visual Studio Code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 sz="2400"/>
              <a:t>Browser</a:t>
            </a:r>
            <a:r>
              <a:rPr lang="en-US" sz="2400"/>
              <a:t>: Google Chrome</a:t>
            </a:r>
            <a:endParaRPr/>
          </a:p>
        </p:txBody>
      </p:sp>
      <p:pic>
        <p:nvPicPr>
          <p:cNvPr descr="A blue and red logo  AI-generated content may be incorrect.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5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7" name="Google Shape;147;p6"/>
          <p:cNvSpPr txBox="1"/>
          <p:nvPr>
            <p:ph type="title"/>
          </p:nvPr>
        </p:nvSpPr>
        <p:spPr>
          <a:xfrm>
            <a:off x="235351" y="4841775"/>
            <a:ext cx="79977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SYSTEM DESIGN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1" y="340225"/>
            <a:ext cx="112920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b="1" lang="en-US" sz="2400"/>
              <a:t>Workflow</a:t>
            </a:r>
            <a:r>
              <a:rPr lang="en-US" sz="2400"/>
              <a:t>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User enters movie name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JavaScript sends Fetch request to OMDb API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API returns movie data (JSON format)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Data displayed dynamically on webpage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Invalid inputs handled gracefully</a:t>
            </a:r>
            <a:endParaRPr sz="2400"/>
          </a:p>
        </p:txBody>
      </p:sp>
      <p:cxnSp>
        <p:nvCxnSpPr>
          <p:cNvPr id="149" name="Google Shape;149;p6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 title="WhatsApp Image 2025-11-07 at 12.01.52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4" y="0"/>
            <a:ext cx="61145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8" name="Google Shape;158;p7"/>
          <p:cNvSpPr txBox="1"/>
          <p:nvPr>
            <p:ph type="title"/>
          </p:nvPr>
        </p:nvSpPr>
        <p:spPr>
          <a:xfrm>
            <a:off x="1382794" y="4911817"/>
            <a:ext cx="6795406" cy="1499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MODULE DESCRIPTION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689675" y="217047"/>
            <a:ext cx="10812648" cy="4248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UI</a:t>
            </a:r>
            <a:r>
              <a:rPr lang="en-US" sz="2400"/>
              <a:t> </a:t>
            </a:r>
            <a:r>
              <a:rPr b="1" lang="en-US" sz="2400"/>
              <a:t>Module</a:t>
            </a:r>
            <a:r>
              <a:rPr lang="en-US" sz="2400"/>
              <a:t>: Handles HTML layout and responsive CSS design</a:t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Logic</a:t>
            </a:r>
            <a:r>
              <a:rPr lang="en-US" sz="2400"/>
              <a:t> </a:t>
            </a:r>
            <a:r>
              <a:rPr b="1" lang="en-US" sz="2400"/>
              <a:t>Module</a:t>
            </a:r>
            <a:r>
              <a:rPr lang="en-US" sz="2400"/>
              <a:t>: JavaScript functions for Fetch API and JSON parsing</a:t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Error</a:t>
            </a:r>
            <a:r>
              <a:rPr lang="en-US" sz="2400"/>
              <a:t> </a:t>
            </a:r>
            <a:r>
              <a:rPr b="1" lang="en-US" sz="2400"/>
              <a:t>Handling</a:t>
            </a:r>
            <a:r>
              <a:rPr lang="en-US" sz="2400"/>
              <a:t> </a:t>
            </a:r>
            <a:r>
              <a:rPr b="1" lang="en-US" sz="2400"/>
              <a:t>Module</a:t>
            </a:r>
            <a:r>
              <a:rPr lang="en-US" sz="2400"/>
              <a:t>: Displays messages for invalid searches</a:t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Output</a:t>
            </a:r>
            <a:r>
              <a:rPr lang="en-US" sz="2400"/>
              <a:t> </a:t>
            </a:r>
            <a:r>
              <a:rPr b="1" lang="en-US" sz="2400"/>
              <a:t>Module</a:t>
            </a:r>
            <a:r>
              <a:rPr lang="en-US" sz="2400"/>
              <a:t>: Dynamically updates movie poster and details</a:t>
            </a:r>
            <a:endParaRPr/>
          </a:p>
        </p:txBody>
      </p:sp>
      <p:cxnSp>
        <p:nvCxnSpPr>
          <p:cNvPr id="160" name="Google Shape;160;p7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8" name="Google Shape;168;p8"/>
          <p:cNvSpPr txBox="1"/>
          <p:nvPr>
            <p:ph type="title"/>
          </p:nvPr>
        </p:nvSpPr>
        <p:spPr>
          <a:xfrm>
            <a:off x="1024128" y="4911819"/>
            <a:ext cx="7411010" cy="154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CORE LOGIC &amp; ALGORITHM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567254" y="226485"/>
            <a:ext cx="11057490" cy="434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b="1" lang="en-US" sz="2400"/>
              <a:t>Algorithm</a:t>
            </a:r>
            <a:r>
              <a:rPr lang="en-US" sz="2400"/>
              <a:t> </a:t>
            </a:r>
            <a:r>
              <a:rPr b="1" lang="en-US" sz="2400"/>
              <a:t>Steps</a:t>
            </a:r>
            <a:r>
              <a:rPr lang="en-US" sz="2400"/>
              <a:t>:</a:t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Get movie name from input box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Fetch data using API URL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Convert response to JSON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Display title, year, genre, rating, and poster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Handle errors using try...catch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170" name="Google Shape;170;p8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 title="WhatsApp Image 2025-11-07 at 11.58.50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7250" y="0"/>
            <a:ext cx="470474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9" name="Google Shape;179;p9"/>
          <p:cNvSpPr txBox="1"/>
          <p:nvPr>
            <p:ph type="title"/>
          </p:nvPr>
        </p:nvSpPr>
        <p:spPr>
          <a:xfrm>
            <a:off x="1024128" y="4911819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IMPLEMENTATION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0" name="Google Shape;180;p9"/>
          <p:cNvSpPr txBox="1"/>
          <p:nvPr>
            <p:ph idx="1" type="body"/>
          </p:nvPr>
        </p:nvSpPr>
        <p:spPr>
          <a:xfrm>
            <a:off x="270325" y="382526"/>
            <a:ext cx="10169400" cy="3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Key</a:t>
            </a:r>
            <a:r>
              <a:rPr lang="en-US" sz="2400"/>
              <a:t> </a:t>
            </a:r>
            <a:r>
              <a:rPr b="1" lang="en-US" sz="2400"/>
              <a:t>JavaScript</a:t>
            </a:r>
            <a:r>
              <a:rPr lang="en-US" sz="2400"/>
              <a:t> </a:t>
            </a:r>
            <a:r>
              <a:rPr b="1" lang="en-US" sz="2400"/>
              <a:t>Features</a:t>
            </a:r>
            <a:r>
              <a:rPr lang="en-US" sz="2400"/>
              <a:t>:</a:t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fetch() for API calls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await response.json() for JSON conversion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DOM manipulation using innerHTML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Event handling using addEventListener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/>
              <a:t>Graceful error display</a:t>
            </a:r>
            <a:endParaRPr sz="28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9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9" title="Screenshot 2025-11-07 1147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6074" y="190500"/>
            <a:ext cx="6625925" cy="438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-25" y="4571998"/>
            <a:ext cx="12189000" cy="228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0" name="Google Shape;190;p10"/>
          <p:cNvSpPr txBox="1"/>
          <p:nvPr>
            <p:ph type="title"/>
          </p:nvPr>
        </p:nvSpPr>
        <p:spPr>
          <a:xfrm>
            <a:off x="1024128" y="4911819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OUTPUT SCREENS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91" name="Google Shape;191;p10"/>
          <p:cNvSpPr txBox="1"/>
          <p:nvPr>
            <p:ph idx="1" type="body"/>
          </p:nvPr>
        </p:nvSpPr>
        <p:spPr>
          <a:xfrm>
            <a:off x="1024128" y="643467"/>
            <a:ext cx="10405871" cy="3606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t/>
            </a:r>
            <a:endParaRPr/>
          </a:p>
        </p:txBody>
      </p:sp>
      <p:cxnSp>
        <p:nvCxnSpPr>
          <p:cNvPr id="192" name="Google Shape;192;p10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 title="Screenshot 2025-11-07 1133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189523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 title="Screenshot 2025-11-07 11394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525" y="0"/>
            <a:ext cx="5999424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2" name="Google Shape;202;p11"/>
          <p:cNvSpPr txBox="1"/>
          <p:nvPr>
            <p:ph type="title"/>
          </p:nvPr>
        </p:nvSpPr>
        <p:spPr>
          <a:xfrm>
            <a:off x="1024128" y="4911819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RESULTS &amp; TESTING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03" name="Google Shape;203;p11"/>
          <p:cNvSpPr txBox="1"/>
          <p:nvPr>
            <p:ph idx="1" type="body"/>
          </p:nvPr>
        </p:nvSpPr>
        <p:spPr>
          <a:xfrm>
            <a:off x="1024129" y="643467"/>
            <a:ext cx="10374340" cy="3606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Results</a:t>
            </a:r>
            <a:r>
              <a:rPr lang="en-US" sz="2400"/>
              <a:t>:</a:t>
            </a:r>
            <a:endParaRPr sz="20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/>
              <a:t>Successful API integration</a:t>
            </a:r>
            <a:endParaRPr sz="20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/>
              <a:t>Accurate and fast search results</a:t>
            </a:r>
            <a:endParaRPr sz="20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/>
              <a:t>Responsive Ul on mobile and desktop</a:t>
            </a:r>
            <a:endParaRPr sz="2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Testing</a:t>
            </a:r>
            <a:r>
              <a:rPr lang="en-US" sz="2400"/>
              <a:t>:</a:t>
            </a:r>
            <a:endParaRPr sz="20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/>
              <a:t>Browser tested on Chrome and Edge</a:t>
            </a:r>
            <a:endParaRPr sz="20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■"/>
            </a:pPr>
            <a:r>
              <a:rPr lang="en-US" sz="2400"/>
              <a:t>Handles empty and invalid movie names properly</a:t>
            </a:r>
            <a:endParaRPr/>
          </a:p>
        </p:txBody>
      </p:sp>
      <p:cxnSp>
        <p:nvCxnSpPr>
          <p:cNvPr id="204" name="Google Shape;204;p11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2" name="Google Shape;212;p12"/>
          <p:cNvSpPr txBox="1"/>
          <p:nvPr>
            <p:ph type="title"/>
          </p:nvPr>
        </p:nvSpPr>
        <p:spPr>
          <a:xfrm>
            <a:off x="1024128" y="4911819"/>
            <a:ext cx="6714084" cy="1746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CONCLUSION &amp; FUTURE SCOPE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325387" y="110600"/>
            <a:ext cx="10968300" cy="50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Conclusion</a:t>
            </a:r>
            <a:r>
              <a:rPr lang="en-US" sz="2400"/>
              <a:t>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This project demonstrates the use of JavaScript Fetch API, JSON, and DOM manipulation to build real-time web applications.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Future</a:t>
            </a:r>
            <a:r>
              <a:rPr lang="en-US" sz="2400"/>
              <a:t> </a:t>
            </a:r>
            <a:r>
              <a:rPr b="1" lang="en-US" sz="2400"/>
              <a:t>Scope</a:t>
            </a:r>
            <a:r>
              <a:rPr lang="en-US" sz="2400"/>
              <a:t>:</a:t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Add "Favorites" section using LocalStorage</a:t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Display multiple results for a search term</a:t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Integrate backend and authentication</a:t>
            </a:r>
            <a:endParaRPr sz="2400"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Convert to a Progressive Web App (PWA)</a:t>
            </a:r>
            <a:endParaRPr sz="24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cxnSp>
        <p:nvCxnSpPr>
          <p:cNvPr id="214" name="Google Shape;214;p12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2" name="Google Shape;222;p13"/>
          <p:cNvSpPr txBox="1"/>
          <p:nvPr>
            <p:ph type="title"/>
          </p:nvPr>
        </p:nvSpPr>
        <p:spPr>
          <a:xfrm>
            <a:off x="1024128" y="4911819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b="1" lang="en-US">
                <a:solidFill>
                  <a:srgbClr val="FFFFFF"/>
                </a:solidFill>
              </a:rPr>
              <a:t>REFERENCES / ACKNOWLEDGEMENT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3" name="Google Shape;223;p13"/>
          <p:cNvSpPr txBox="1"/>
          <p:nvPr>
            <p:ph idx="1" type="body"/>
          </p:nvPr>
        </p:nvSpPr>
        <p:spPr>
          <a:xfrm>
            <a:off x="238150" y="171600"/>
            <a:ext cx="11953800" cy="44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References :</a:t>
            </a:r>
            <a:endParaRPr sz="2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2800" u="sng">
                <a:solidFill>
                  <a:schemeClr val="hlink"/>
                </a:solidFill>
                <a:hlinkClick r:id="rId3"/>
              </a:rPr>
              <a:t>https://www.omdbapi.com/</a:t>
            </a:r>
            <a:endParaRPr sz="2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2800" u="sng">
                <a:solidFill>
                  <a:schemeClr val="hlink"/>
                </a:solidFill>
                <a:hlinkClick r:id="rId4"/>
              </a:rPr>
              <a:t>https://developer.mozilla.org/en-US/docs/Web/API/Fetch_API/</a:t>
            </a:r>
            <a:endParaRPr sz="2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2800" u="sng">
                <a:solidFill>
                  <a:schemeClr val="hlink"/>
                </a:solidFill>
                <a:hlinkClick r:id="rId5"/>
              </a:rPr>
              <a:t>https://www.w3schools.com/js/</a:t>
            </a:r>
            <a:endParaRPr sz="2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2800" u="sng">
                <a:solidFill>
                  <a:schemeClr val="hlink"/>
                </a:solidFill>
                <a:hlinkClick r:id="rId6"/>
              </a:rPr>
              <a:t>https://www.chatgpt.com/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Acknowledgement</a:t>
            </a:r>
            <a:r>
              <a:rPr lang="en-US" sz="2400"/>
              <a:t>: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Special thanks to faculty mentors and teammates for their guidance and support.</a:t>
            </a:r>
            <a:endParaRPr sz="2000"/>
          </a:p>
        </p:txBody>
      </p:sp>
      <p:cxnSp>
        <p:nvCxnSpPr>
          <p:cNvPr id="224" name="Google Shape;224;p13"/>
          <p:cNvCxnSpPr/>
          <p:nvPr/>
        </p:nvCxnSpPr>
        <p:spPr>
          <a:xfrm rot="10800000">
            <a:off x="762000" y="520442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and red logo  AI-generated content may be incorrect." id="225" name="Google Shape;22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34175" y="5064344"/>
            <a:ext cx="4217932" cy="105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>
            <p:ph type="title"/>
          </p:nvPr>
        </p:nvSpPr>
        <p:spPr>
          <a:xfrm>
            <a:off x="1024128" y="585216"/>
            <a:ext cx="80182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US"/>
              <a:t>THANK YOU</a:t>
            </a:r>
            <a:endParaRPr b="1"/>
          </a:p>
        </p:txBody>
      </p:sp>
      <p:sp>
        <p:nvSpPr>
          <p:cNvPr id="231" name="Google Shape;231;p14"/>
          <p:cNvSpPr txBox="1"/>
          <p:nvPr>
            <p:ph idx="1" type="body"/>
          </p:nvPr>
        </p:nvSpPr>
        <p:spPr>
          <a:xfrm>
            <a:off x="742350" y="1904175"/>
            <a:ext cx="82131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800"/>
              <a:t> 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-US" sz="3400">
                <a:solidFill>
                  <a:srgbClr val="0C0C0C"/>
                </a:solidFill>
              </a:rPr>
              <a:t>TEAM 12-Movie Search App:</a:t>
            </a:r>
            <a:endParaRPr b="1" i="1" sz="3400">
              <a:solidFill>
                <a:srgbClr val="0C0C0C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i="1" sz="3400">
              <a:solidFill>
                <a:srgbClr val="0C0C0C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/>
              <a:t>Coding</a:t>
            </a:r>
            <a:r>
              <a:rPr lang="en-US" sz="2800"/>
              <a:t>-Varsitha.A , Sri Sanjeev Kumar.B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/>
              <a:t>Documentation</a:t>
            </a:r>
            <a:r>
              <a:rPr lang="en-US" sz="2800"/>
              <a:t>-Vinisha.S, Vigneshkumar.R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/>
              <a:t>Presentation</a:t>
            </a:r>
            <a:r>
              <a:rPr lang="en-US" sz="2800"/>
              <a:t>-YogaSanjay.S, Vetrivel.K.B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/>
              <a:t>Github link</a:t>
            </a:r>
            <a:r>
              <a:rPr lang="en-US" sz="2800"/>
              <a:t>-</a:t>
            </a:r>
            <a:r>
              <a:rPr lang="en-US" sz="2800" u="sng">
                <a:solidFill>
                  <a:schemeClr val="hlink"/>
                </a:solidFill>
                <a:hlinkClick r:id="rId3"/>
              </a:rPr>
              <a:t>https://github.com/varsithaanand/js-mini-project.git/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32" name="Google Shape;232;p14"/>
          <p:cNvSpPr/>
          <p:nvPr/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2013-01-26T22:14:16Z</dcterms:created>
  <dc:creator>YASWANTH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51afd463864c4afcbb4b9caaa22c756c</vt:lpwstr>
  </property>
</Properties>
</file>